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?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rPr lang="en-US"/>
              <a:t>TL-900 Portable Power Station User Guide</a:t>
            </a:r>
          </a:p>
          <a:p>
            <a:r>
              <a:rPr lang="en-US"/>
              <a:t>Read all safety instructions before operating the </a:t>
            </a:r>
            <a:r>
              <a:rPr lang="en-US" b="1"/>
              <a:t>TL-900 power station</a:t>
            </a:r>
            <a:r>
              <a:rPr lang="en-US"/>
              <a:t>.</a:t>
            </a:r>
          </a:p>
          <a:p>
            <a:r>
              <a:rPr lang="en-US"/>
              <a:t>The battery capacity is 1,024 Wh and the rated output is 1,500 W.</a:t>
            </a:r>
          </a:p>
          <a:p>
            <a:r>
              <a:rPr lang="en-US"/>
              <a:t>Do not expose the device to temperatures above 45 C.</a:t>
            </a:r>
          </a:p>
          <a:p>
            <a:r>
              <a:rPr lang="en-US"/>
              <a:t>Press and hold the power button for 3 seconds to turn the unit on.</a:t>
            </a:r>
          </a:p>
          <a:p>
            <a:r>
              <a:rPr lang="en-US"/>
              <a:t>Do not expose the device to temperatures above 45 C.</a:t>
            </a:r>
          </a:p>
          <a:p>
            <a:r>
              <a:rPr lang="en-US"/>
              <a:t>The warranty period is 24 months from the date of purchase.</a:t>
            </a:r>
          </a:p>
        </p:txBody>
      </p:sp>
    </p:spTree>
  </p:cSld>
</p:sld>
</file>